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-1818526"/>
            <a:ext cx="7315200" cy="10058400"/>
          </a:xfrm>
          <a:prstGeom prst="ellipse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oppins"/>
              </a:rPr>
              <a:t>Application Web de</a:t>
            </a:r>
          </a:p>
          <a:p>
            <a:pPr algn="ctr">
              <a:spcBef>
                <a:spcPts val="400"/>
              </a:spcBef>
            </a:pPr>
            <a:r>
              <a:rPr sz="3400" b="1">
                <a:solidFill>
                  <a:srgbClr val="FFFFFF"/>
                </a:solidFill>
                <a:latin typeface="Poppins"/>
              </a:rPr>
              <a:t>Gestion de Location de Voitures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383280"/>
            <a:ext cx="21031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Poppins"/>
              </a:defRPr>
            </a:pPr>
            <a:r>
              <a:t>Projet de Fin d'Annee  |  PFA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Kawtar Benyoussef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94A3B8"/>
                </a:solidFill>
                <a:latin typeface="Poppins"/>
              </a:rPr>
              <a:t>Encadre par Pr. Houda Orchi</a:t>
            </a:r>
          </a:p>
          <a:p>
            <a:pPr algn="ctr">
              <a:spcBef>
                <a:spcPts val="400"/>
              </a:spcBef>
            </a:pPr>
            <a:r>
              <a:rPr sz="1300" b="0">
                <a:solidFill>
                  <a:srgbClr val="3B82F6"/>
                </a:solidFill>
                <a:latin typeface="Poppins"/>
              </a:rPr>
              <a:t>EMSI - Ecole Mohammadia d'Ingenieurs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Contexte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45720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2618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Secteur en croissance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572768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Le marche de la location de voitures au Maroc connait une forte demande, notammenent pour les deplacements professionnels et le tourisme.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45720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12618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Gestion manuelle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72768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Les agences utilisent encore des registres papier ou des fichiers Excel, causant des pertes de donnees et des erreurs de suivi.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8328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45720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4564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dirty="0" err="1"/>
              <a:t>Besoin</a:t>
            </a:r>
            <a:r>
              <a:rPr dirty="0"/>
              <a:t> de </a:t>
            </a:r>
            <a:r>
              <a:rPr dirty="0" err="1"/>
              <a:t>digitalisation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188720" y="3767328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Necessite d'une solution web centralisee pour gerer les vehicules, clients, reservations et paiements en temps reel.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38328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45720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34564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Objectif du PFA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67328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Developper une application web complete avec Django pour automatiser et optimiser la gestion de location.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Problematique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82296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Poppins"/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5331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oppins"/>
              </a:defRPr>
            </a:pPr>
            <a:r>
              <a:t>Suivi manuel des vehicules -&gt; erreurs de disponibilite et doublons de reservation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82296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Poppins"/>
              </a:defRPr>
            </a:pPr>
            <a: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6771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oppins"/>
              </a:defRPr>
            </a:pPr>
            <a:r>
              <a:t>Absence d'historique centralise -&gt; difficultes d'audit et de tracabilite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82296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Poppins"/>
              </a:defRPr>
            </a:pPr>
            <a: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8211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oppins"/>
              </a:defRPr>
            </a:pPr>
            <a:r>
              <a:t>Gestion des paiements non structuree -&gt; risques de pertes financieres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82296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Poppins"/>
              </a:defRPr>
            </a:pPr>
            <a: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9651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oppins"/>
              </a:defRPr>
            </a:pPr>
            <a:r>
              <a:t>Pas de tableau de bord -&gt; absence d'indicateurs de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82296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Poppins"/>
              </a:defRPr>
            </a:pPr>
            <a: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1091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oppins"/>
              </a:defRPr>
            </a:pPr>
            <a:r>
              <a:t>Communication client limitee -&gt; pas de notifications en temps reel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82296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83387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Comment concevoir une application web fiable, securisee et performante pour la gestion de location de voitures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Objectifs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Poppins"/>
              </a:defRPr>
            </a:pPr>
            <a:r>
              <a:t>Objectifs Fonctionnels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Gestion complete des vehicules (CRUD)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Gestion des clients et inscriptions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Workflow de reservation complet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Suivi des paiements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Tableau de bord et statistiques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Notifications et historique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Poppins"/>
              </a:defRPr>
            </a:pPr>
            <a:r>
              <a:t>Objectifs Techniques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554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Architecture MVT Django propre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65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Systeme RBAC (3 roles)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Securite (CSRF, validation)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88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Exports PDF (ReportLab) et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200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Tests unitaires + E2E (Playwright)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Interface responsive et AJAX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554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Poppins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Modeles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4754880"/>
            <a:ext cx="1554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0" y="4892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Poppins"/>
              </a:defRPr>
            </a:pPr>
            <a:r>
              <a:t>55+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394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Vues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59" y="4754880"/>
            <a:ext cx="1554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59" y="4892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Poppins"/>
              </a:defRPr>
            </a:pPr>
            <a:r>
              <a:t>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59" y="5394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Routes URL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19" y="4754880"/>
            <a:ext cx="1554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19" y="4892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Poppins"/>
              </a:defRPr>
            </a:pPr>
            <a:r>
              <a:t>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19" y="5394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Templates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4754880"/>
            <a:ext cx="1554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79" y="4892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Poppins"/>
              </a:defRPr>
            </a:pPr>
            <a:r>
              <a:t>110+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394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Technologies Utilisees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71600" y="1417320"/>
            <a:ext cx="914400" cy="914400"/>
          </a:xfrm>
          <a:prstGeom prst="ellipse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Poppins"/>
              </a:defRPr>
            </a:pPr>
            <a: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Python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Langage principal du backend, puissant et polyvalent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1887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06240" y="1417320"/>
            <a:ext cx="914400" cy="914400"/>
          </a:xfrm>
          <a:prstGeom prst="ellipse">
            <a:avLst/>
          </a:prstGeom>
          <a:solidFill>
            <a:srgbClr val="09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1508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Poppins"/>
              </a:defRPr>
            </a:pPr>
            <a: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Django 6.0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Framework MVC avec ORM, auth et admin integres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040880" y="1417320"/>
            <a:ext cx="914400" cy="914400"/>
          </a:xfrm>
          <a:prstGeom prst="ellipse">
            <a:avLst/>
          </a:prstGeom>
          <a:solidFill>
            <a:srgbClr val="00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1508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Poppins"/>
              </a:defRPr>
            </a:pPr>
            <a: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Base de donnees legere, ideale pour le developpement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1887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875520" y="1417320"/>
            <a:ext cx="914400" cy="914400"/>
          </a:xfrm>
          <a:prstGeom prst="ellipse">
            <a:avLst/>
          </a:prstGeom>
          <a:solidFill>
            <a:srgbClr val="795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0" y="1508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Poppins"/>
              </a:defRPr>
            </a:pPr>
            <a: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Bootstrap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Framework CSS pour une interface responsive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49039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371600" y="3977639"/>
            <a:ext cx="914400" cy="9144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406907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Poppins"/>
              </a:defRPr>
            </a:pPr>
            <a: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ReportLab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0351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Generation de factures et rapports PDF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3749039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206240" y="3977639"/>
            <a:ext cx="914400" cy="914400"/>
          </a:xfrm>
          <a:prstGeom prst="ellipse">
            <a:avLst/>
          </a:prstGeom>
          <a:solidFill>
            <a:srgbClr val="2EA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06240" y="406907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Poppins"/>
              </a:defRPr>
            </a:pPr>
            <a: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9834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Playwright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30351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Tests end-to-end automatises du navigateur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749039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040880" y="3977639"/>
            <a:ext cx="914400" cy="914400"/>
          </a:xfrm>
          <a:prstGeom prst="ellipse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406907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Poppins"/>
              </a:defRPr>
            </a:pPr>
            <a: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9834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Chart.js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30351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Graphiques pour le tableau de bord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3749039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875520" y="3977639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75520" y="406907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Poppins"/>
              </a:defRPr>
            </a:pPr>
            <a:r>
              <a:t>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9834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Django Auth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30351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Authentification et securite integrees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Architecture Django MVT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URLs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core/urls.py</a:t>
            </a:r>
            <a:br/>
            <a:r>
              <a:t>42 routes nommees</a:t>
            </a:r>
            <a:br/>
            <a:r>
              <a:t>Patterns REST-like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188720"/>
            <a:ext cx="347472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79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6916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core/views.py</a:t>
            </a:r>
            <a:br/>
            <a:r>
              <a:t>55+ fonctions</a:t>
            </a:r>
            <a:br/>
            <a:r>
              <a:t>@login_required</a:t>
            </a:r>
            <a:br/>
            <a:r>
              <a:t>@admin_required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188720"/>
            <a:ext cx="347472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9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16916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39 fichiers HTML</a:t>
            </a:r>
            <a:br/>
            <a:r>
              <a:t>Bootstrap 5</a:t>
            </a:r>
            <a:br/>
            <a:r>
              <a:t>Template tags 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Poppins"/>
              </a:defRPr>
            </a:pPr>
            <a:r>
              <a:t>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Poppins"/>
              </a:defRPr>
            </a:pPr>
            <a: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063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Poppins"/>
              </a:defRPr>
            </a:pPr>
            <a:r>
              <a:t>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502920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oppins"/>
              </a:defRPr>
            </a:pPr>
            <a:r>
              <a:t>Models (ORM Django)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Poppins"/>
              </a:defRPr>
            </a:pPr>
            <a:r>
              <a:t>User  |  Client  |  Voiture  |  Categorie</a:t>
            </a:r>
            <a:br/>
            <a:r>
              <a:t>Reservation  |  Paiement  |  Historique  |  Notification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Poppins"/>
              </a:defRPr>
            </a:pPr>
            <a:r>
              <a:t>Relations FK, 1:1, contraintes d'integrite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3566160"/>
            <a:ext cx="393192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0" y="3657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oppins"/>
              </a:defRPr>
            </a:pPr>
            <a:r>
              <a:t>Base de Donnees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1148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Poppins"/>
              </a:defRPr>
            </a:pPr>
            <a:r>
              <a:t>SQLite3</a:t>
            </a:r>
            <a:br/>
            <a:br/>
            <a:r>
              <a:t>10 migrations</a:t>
            </a:r>
            <a:br/>
            <a:r>
              <a:t>Index uniques</a:t>
            </a:r>
            <a:br/>
            <a:r>
              <a:t>Validation cote modele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Acteurs du Systeme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Administrateur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Gestion complete CRUD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Gestion des roles et groupes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Configuration du systeme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Acces aux statistiques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Exports PDF/CSV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Protection superuser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188720"/>
            <a:ext cx="347472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79" y="118872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Employe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2103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Dashboard et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2606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Creer des reservations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108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Accepter / Refuser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Ajouter des clients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Gerer les retours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617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Consulter l'historique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1188720"/>
            <a:ext cx="347472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19" y="118872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19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2103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Inscription autonome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2606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Catalogue voitures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3108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Creer des reservations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Annuler ses demandes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Suivre ses reservations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4617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V  Notifications personnelles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Base de Donnees - Modeles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25603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25603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2471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08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onsolas"/>
              </a:defRPr>
            </a:pPr>
            <a:r>
              <a:t>id (PK)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01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username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939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865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is_staff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679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is_superuser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097280"/>
            <a:ext cx="25603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1097280"/>
            <a:ext cx="256032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112471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1508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onsolas"/>
              </a:defRPr>
            </a:pPr>
            <a:r>
              <a:t>id (PK)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1801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user (1:1)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0939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nom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3865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prenom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679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cin (unique)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2971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telephone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097280"/>
            <a:ext cx="25603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1097280"/>
            <a:ext cx="256032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12471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Voiture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1508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onsolas"/>
              </a:defRPr>
            </a:pPr>
            <a:r>
              <a:t>id (PK)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1801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marque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0939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modele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23865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immat (unique)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679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prix_jour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2971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statut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1097280"/>
            <a:ext cx="25603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52560" y="1097280"/>
            <a:ext cx="2560320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52560" y="112471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Categorie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1508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onsolas"/>
              </a:defRPr>
            </a:pPr>
            <a:r>
              <a:t>id (PK)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1801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nom (unique)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20939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23865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date_creation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749039"/>
            <a:ext cx="25603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3749039"/>
            <a:ext cx="25603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776471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Reservation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1605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onsolas"/>
              </a:defRPr>
            </a:pPr>
            <a:r>
              <a:t>id (PK)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445312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client (FK)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47457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voiture (FK)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0383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dates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33095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montant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6235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statut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83280" y="3749039"/>
            <a:ext cx="25603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383280" y="3749039"/>
            <a:ext cx="25603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83280" y="3776471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Paiement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93008" y="41605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onsolas"/>
              </a:defRPr>
            </a:pPr>
            <a:r>
              <a:t>id (PK)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93008" y="445312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reservation (FK)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93008" y="47457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montant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93008" y="50383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mode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533095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statut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3749039"/>
            <a:ext cx="25603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17920" y="3749039"/>
            <a:ext cx="2560320" cy="34747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17920" y="3776471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Historique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7648" y="41605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onsolas"/>
              </a:defRPr>
            </a:pPr>
            <a:r>
              <a:t>id (PK)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7648" y="445312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action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27648" y="47457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utilisateur (FK)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27648" y="50383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reservation (FK)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52560" y="3749039"/>
            <a:ext cx="25603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52560" y="3749039"/>
            <a:ext cx="25603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052560" y="3776471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Notification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62288" y="41605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onsolas"/>
              </a:defRPr>
            </a:pPr>
            <a:r>
              <a:t>id (PK)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62288" y="445312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utilisateur (FK)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62288" y="47457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titre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62288" y="50383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message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62288" y="533095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lu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Fonctionnalites Principales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1704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rPr dirty="0"/>
              <a:t>Gestion </a:t>
            </a:r>
            <a:r>
              <a:rPr dirty="0" err="1"/>
              <a:t>Vehicules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88720" y="14813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CRUD complet, images, categories, filtres, recherche, statuts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097280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79" y="1097280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59" y="11704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Gestion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14813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Inscription, profils, historique, recherche, pagination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097280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799" y="11704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Reservations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799" y="14813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Workflow complet : en_attente -&gt; en_cours -&gt; terminee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377439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2377439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245059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Paiements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761487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Especes, virement, carte - suivi des statuts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2377439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97679" y="2377439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59" y="245059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Tableau de Bord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2761487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11 KPIs, top vehicules, top clients, retours recents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377439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46719" y="2377439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799" y="245059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Statistiques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799" y="2761487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CA mensuel, taux d'occupation, repartition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657600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3657600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3730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Notifications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04164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Alertes temps reel, badge non-lus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79" y="3657600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297679" y="3657600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37759" y="3730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Historique Audit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59" y="404164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Tracabilite complete de toutes les actions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19" y="3657600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46719" y="3657600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799" y="3730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Exports PDF &amp; CSV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799" y="404164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Factures, rapports, export donnees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937759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48640" y="4937759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88720" y="501091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Securite RBAC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8720" y="5321807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3 roles, permissions, CSRF, validation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97679" y="4937759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297679" y="4937759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37759" y="501091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Recherche &amp; Filtres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37759" y="5321807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Multi-champs, filtres statut/categorie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19" y="4937759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046719" y="4937759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86799" y="501091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AJAX Temps Reel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799" y="5321807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Verification disponibilite, toasts, sans rechargement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Gestion des Reservations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Poppins"/>
              </a:defRPr>
            </a:pPr>
            <a:r>
              <a:t>Workflow Complet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276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38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Client ou employe cree une demande -&gt; statut en_attente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2624328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651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5877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986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Controle disponibilite, conflits de dates, statut 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35844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11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5478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587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Admin/employe accepte -&gt; en_cours, voiture -&gt; louee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1520" y="4544568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079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Refus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8188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Si refuse -&gt; annulee, historique + notification crees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94960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31520" y="550468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532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4681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Retour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7790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Terminer -&gt; terminee, voiture redevient disponible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1097280"/>
            <a:ext cx="34747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Poppins"/>
              </a:defRPr>
            </a:pPr>
            <a:r>
              <a:t>Fonctionnalites Avancees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Verification AJAX disponibilite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Calcul automatique du montant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Detection conflits de dates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Blocage vehicules en maintenance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Actions AJAX (accepter/refuser)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Annulation par le client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Historique complet des 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Notifications automatiques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Export facture 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349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Filtres et pagination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Espace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Inscription Autonome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37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Creation de compte avec validation CIN unique, mot de passe securise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18872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199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Dashboard Personnel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1737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4 compteurs : en attente, en cours, terminees, total depense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18872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39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Catalogue Voitures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39" y="1737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Grille de cartes avec images, marque, modele, prix/jour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8861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Reservation en Ligne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9767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Formulaire avec verification AJAX de la disponibilite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749039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199" y="38861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Suivi des Reservations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199" y="429767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Historique pagine avec annulation possible pour les demandes en attente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749039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39" y="38861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39" y="429767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Alertes pour changements de statut et paiements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Gestion des Roles &amp; Securite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2560320" cy="3017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Authentification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Django Auth</a:t>
            </a:r>
            <a:br/>
            <a:r>
              <a:t>Login/Logout</a:t>
            </a:r>
            <a:br/>
            <a:r>
              <a:t>Password Reset</a:t>
            </a:r>
            <a:br/>
            <a:r>
              <a:t>Session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097280"/>
            <a:ext cx="2560320" cy="3017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Autorisation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645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Groupes: Admin, Employe</a:t>
            </a:r>
            <a:br/>
            <a:r>
              <a:t>Client (profil lie)</a:t>
            </a:r>
            <a:br/>
            <a:r>
              <a:t>@admin_required</a:t>
            </a:r>
            <a:br/>
            <a:r>
              <a:t>Verifications inline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560320" cy="3017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Securite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Token CSRF</a:t>
            </a:r>
            <a:br/>
            <a:r>
              <a:t>Validation formulaires</a:t>
            </a:r>
            <a:br/>
            <a:r>
              <a:t>Password Validators</a:t>
            </a:r>
            <a:br/>
            <a:r>
              <a:t>Headers securite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097280"/>
            <a:ext cx="2560320" cy="3017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Audit &amp; Tracabilite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645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Modele Historique</a:t>
            </a:r>
            <a:br/>
            <a:r>
              <a:t>9 types d'actions</a:t>
            </a:r>
            <a:br/>
            <a:r>
              <a:t>Notifications auto</a:t>
            </a:r>
            <a:br/>
            <a:r>
              <a:t>Journal d'activite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110642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Poppins"/>
              </a:defRPr>
            </a:pPr>
            <a:r>
              <a:t>Protection Superuser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Le systeme empeche la suppression du compte superuser via la gestion des roles.</a:t>
            </a:r>
            <a:br/>
            <a:r>
              <a:t>Blocage verifie a la fois cote vue (gestion_roles) et dans les tests unitaires (5 tests dedies).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833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@login_required : Toutes les vues protegees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833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@admin_required : Actions sensibles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833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Verifications inline : Autorisation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Exports PDF &amp; 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Poppins"/>
              </a:defRPr>
            </a:pPr>
            <a:r>
              <a:t>Exports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47548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01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oppins"/>
              </a:defRPr>
            </a:pPr>
            <a:r>
              <a:t>Vehicules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Marque, Modele, Immatriculation, Annee, Prix/jour, Statut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47548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9992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oppins"/>
              </a:defRPr>
            </a:pPr>
            <a:r>
              <a:t>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101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Nom, Prenom, CIN, Telephone, Email, Adresse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23360"/>
            <a:ext cx="47548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oppins"/>
              </a:defRPr>
            </a:pPr>
            <a:r>
              <a:t>Reservations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07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Client, Voiture, Dates, Montant, Statut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097280"/>
            <a:ext cx="557784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1188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Poppins"/>
              </a:defRPr>
            </a:pPr>
            <a:r>
              <a:t>Exports PDF (ReportLab)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Facture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Numero de facture</a:t>
            </a:r>
            <a:br/>
            <a:r>
              <a:t>* Informations client (nom, CIN, telephone)</a:t>
            </a:r>
            <a:br/>
            <a:r>
              <a:t>* Details vehicule et dates</a:t>
            </a:r>
            <a:br/>
            <a:r>
              <a:t>* Montant total en DH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Rapport PDF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40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Resume (vehicules, clients, CA)</a:t>
            </a:r>
            <a:br/>
            <a:r>
              <a:t>* Top 5 vehicules les plus loues</a:t>
            </a:r>
            <a:br/>
            <a:r>
              <a:t>* Top 5 clients par CA genere</a:t>
            </a:r>
            <a:br/>
            <a:r>
              <a:t>* CA mensuel sur 6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86400"/>
            <a:ext cx="1106424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Poppins"/>
              </a:defRPr>
            </a:pPr>
            <a:r>
              <a:t>Technologie : reportlab.pdfgen.canvas + reportlab.lib.pagesizes.A4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Generation cote serveur, format A4, polices standard, en-tetes et pieds de page.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Statistiques &amp; Tableau de Bord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Poppins"/>
              </a:defRPr>
            </a:pPr>
            <a:r>
              <a:t>Dashboard Admin - 11 Indicateurs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0116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Total Vehicules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554480"/>
            <a:ext cx="20116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Disponibles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554480"/>
            <a:ext cx="20116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En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554480"/>
            <a:ext cx="20116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Maintenance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554480"/>
            <a:ext cx="20116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oppins"/>
              </a:defRPr>
            </a:pPr>
            <a:r>
              <a:t>Total Clients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43200"/>
            <a:ext cx="548640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Poppins"/>
              </a:defRPr>
            </a:pPr>
            <a:r>
              <a:t>Sections du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Demandes en attente (top 10) + boutons AJAX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Vehicule le plus loue avec compteur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Top 5 clients par CA genere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5 derniers retours enregistres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Statistiques paiements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Boutons d'actions rapides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43200"/>
            <a:ext cx="539496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Poppins"/>
              </a:defRPr>
            </a:pPr>
            <a:r>
              <a:t>Page Statistiques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CA Total (reservations terminees)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Taux d'occupation = louees / (total - maintenance)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Total des reservations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Repartition par statut (tableau)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CA mensuel sur 6 derniers mois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03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Lien vers rapport PDF 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Tests &amp;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486400" cy="5303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Poppins"/>
              </a:defRPr>
            </a:pPr>
            <a:r>
              <a:t>Tests Django Unitaires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Poppins"/>
              </a:defRPr>
            </a:pPr>
            <a:r>
              <a:t>110+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core/tests.py + core/test_forms.py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Modeles : 24 tests (str, contraintes, calculs)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Vues auth : 6 tests (login, redirect, acces)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723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CRUD Voitures : 15 tests (operations + edge cases)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741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Reservations : 20 tests (workflow complet)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Clients : 12 tests (inscription, RBAC)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Paiements : 10 tests (CRUD, historique)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79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Notifications : 8 tests (CRUD, template tag)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811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Exports CSV/PDF : 6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828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RBAC : 11 tests (roles, protection)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84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AJAX : 11 tests (API disponibilite)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Dashboard : 4 tests (contexte, KPIs)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88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Poppins"/>
              </a:defRPr>
            </a:pPr>
            <a:r>
              <a:t>* Forms : 31 tests (validation)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097280"/>
            <a:ext cx="5394960" cy="5303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Poppins"/>
              </a:defRPr>
            </a:pPr>
            <a:r>
              <a:t>Tests Playwright E2E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459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Poppins"/>
              </a:defRPr>
            </a:pPr>
            <a:r>
              <a:t>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148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tests_e2e/app.spec.js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Authentification : 6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70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Navigation admin : 1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723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Voitures : 9 tests (liste, filtres, CRUD)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74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Clients : 3 tests (liste, recherche)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675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Reservations : 5 tests (CRUD, filtres)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Actions AJAX : 1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79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Exports CSV/PDF : 3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811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Espace client : 5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82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RBAC : 2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84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Dashboard : 2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* Page 404 : 1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Limites &amp;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82296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Poppins"/>
              </a:defRPr>
            </a:pPr>
            <a:r>
              <a:t>Limites Actuelles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0292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62763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Base 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385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Pas adaptee pour la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23160"/>
            <a:ext cx="50292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249631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Pas de paiement en ligne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072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Paiement uniquement en especes/virement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1839"/>
            <a:ext cx="50292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291839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364991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Pas d'application 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7588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Interface uniquement web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60520"/>
            <a:ext cx="50292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16052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23367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Pas de geolocalisation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5445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Suivi GPS des vehicules absent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50292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502920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51023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Notifications in-app uniquement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41324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Pas d'email ni push notification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Poppins"/>
              </a:defRPr>
            </a:pPr>
            <a:r>
              <a:t>Perspectives d'Amelioration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1554480"/>
            <a:ext cx="557784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0" y="155448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16276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Migration PostgreSQL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19385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Base de donnees production robuste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2423160"/>
            <a:ext cx="557784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43600" y="242316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2496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Paiement en ligne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28072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Integration Stripe / CGP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3291839"/>
            <a:ext cx="557784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3600" y="3291839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33649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Application mobile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67588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Django REST Framework + React Native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0" y="4160520"/>
            <a:ext cx="557784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43600" y="416052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83680" y="4233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Geolocalisation GPS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5445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Suivi temps reel des vehicules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0" y="5029200"/>
            <a:ext cx="557784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43600" y="502920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51023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Docker + CI/CD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4132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Poppins"/>
              </a:defRPr>
            </a:pPr>
            <a:r>
              <a:t>Conteneurisation et deploiement automatique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10058400"/>
          </a:xfrm>
          <a:prstGeom prst="ellipse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08759" y="12618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Poppins"/>
              </a:defRPr>
            </a:pPr>
            <a:r>
              <a:rPr dirty="0"/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965960"/>
            <a:ext cx="21031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28800" y="2285999"/>
            <a:ext cx="8503920" cy="267004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23774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Poppins"/>
              </a:defRPr>
            </a:pPr>
            <a:r>
              <a:t>Resume du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7889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r>
              <a:t>Application web complete de gestion de location de voitures developpee avec Django 6.0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0175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oppin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32461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7 modeles de donnees avec relations 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55+ vues avec protection RBAC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033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39 templates HTML responsive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9319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42 routes URL nommees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1605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Workflow complet de reservation avec notifications et historique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3891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Exports PDF (ReportLab) et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61772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oppins"/>
              </a:defRPr>
            </a:pPr>
            <a:r>
              <a:t>V  110+ tests Django + 35 tests Playwright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Poppins"/>
              </a:defRPr>
            </a:pPr>
            <a:r>
              <a:t>Merci de votre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Kawtar Benyoussef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94A3B8"/>
                </a:solidFill>
                <a:latin typeface="Poppins"/>
              </a:rPr>
              <a:t>Pr. Houda Orchi - Encadrante</a:t>
            </a:r>
          </a:p>
          <a:p>
            <a:pPr algn="ctr">
              <a:spcBef>
                <a:spcPts val="400"/>
              </a:spcBef>
            </a:pPr>
            <a:r>
              <a:rPr sz="1300" b="0">
                <a:solidFill>
                  <a:srgbClr val="3B82F6"/>
                </a:solidFill>
                <a:latin typeface="Poppins"/>
              </a:rPr>
              <a:t>EMSI 2025-2026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oppins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1807</Words>
  <Application>Microsoft Office PowerPoint</Application>
  <PresentationFormat>Grand écran</PresentationFormat>
  <Paragraphs>379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2026-06-21T20:12:43Z</dcterms:modified>
  <cp:category/>
</cp:coreProperties>
</file>